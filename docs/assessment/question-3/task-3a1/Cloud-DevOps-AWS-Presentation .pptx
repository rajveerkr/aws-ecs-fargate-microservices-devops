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</a:rPr>
              <a:t>Containerised Microservices on AWS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Implementation, Benefits, Challenges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4155"/>
                </a:solidFill>
              </a:defRPr>
            </a:pPr>
            <a:r>
              <a:t>Assessment Presentation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Tech Stack: Docker • CloudFormation • ECR • ECS Fargate • ALB • CodePipeline/CodeBuild • CloudWatch/SNS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1417320"/>
            <a:ext cx="27432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Format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Designed for ~10 minutes.</a:t>
            </a:r>
            <a:br/>
            <a:r>
              <a:t>1 slide ≈ 45–60 sec.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Cloud-Native DevOps &amp; Platform Engineering |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</a:rPr>
              <a:t>What we’ll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E293B"/>
                </a:solidFill>
              </a:defRPr>
            </a:pPr>
            <a:r>
              <a:t>Project overview &amp; objectives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Architecture design (microservices + AWS)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Implementation process (IaC + container build + deploy)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CI/CD pipeline automation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Monitoring, alerting &amp; validation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Benefits realised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Challenges faced &amp; resolutions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Strategic next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463040"/>
            <a:ext cx="47548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Outcome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A repeatable, secure, and observable deployment using AWS-native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108960"/>
            <a:ext cx="4754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Deliverables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Dockerised frontend &amp; backend</a:t>
            </a:r>
            <a:br/>
            <a:r>
              <a:t>• Single CloudFormation stack</a:t>
            </a:r>
            <a:br/>
            <a:r>
              <a:t>• Automated CI pipeline</a:t>
            </a:r>
            <a:br/>
            <a:r>
              <a:t>• CloudWatch dashboard + alarms</a:t>
            </a:r>
            <a:br/>
            <a:r>
              <a:t>• SNS email 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Cloud-Native DevOps &amp; Platform Engineering | Assessment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</a:rPr>
              <a:t>Project overview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Deploy a two-service microservices application (Frontend + Backend).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t>Use containerisation for portability and consistent runtime.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t>Provision AWS infrastructure fully via Infrastructure as Code (CloudFormation).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t>Enable automated build and publish via CI pipeline.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t>Implement observability: dashboards, alarms, and email notifications.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t>Validate end-to-end traffic flow via Application Load Balancer.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463040"/>
            <a:ext cx="48463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Key AWS services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ECR, ECS (Fargate), ALB, VPC/Subnets/SGs, IAM, CodePipeline/CodeBuild, CloudWatch, SNS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566160"/>
            <a:ext cx="48463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Success criteria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Accessible frontend via ALB DNS, both tasks running, automated build to ECR, alarm triggers + email received.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Cloud-Native DevOps &amp; Platform Engineering | Assessment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</a:rPr>
              <a:t>Microservices deployment architecture (AWS)</a:t>
            </a:r>
          </a:p>
        </p:txBody>
      </p:sp>
      <p:pic>
        <p:nvPicPr>
          <p:cNvPr id="5" name="Picture 4" descr="A_detailed_flowchart-style_illustration_depicts_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972800" cy="7315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Cloud-Native DevOps &amp; Platform Engineering | Assessment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</a:rPr>
              <a:t>Implementation process (end-to-end)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1) Containerise services using Docker (frontend + backend).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2) Build &amp; test locally to validate ports and endpoints.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3) Provision infrastructure using a single CloudFormation template.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4) Create ECR repositories and push versioned images.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5) Deploy ECS services (Fargate) and attach to ALB target groups.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6) Validate via AWS CLI + browser (ALB DNS).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7) Configure CI pipeline to build and push images automatically.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8) Configure CloudWatch dashboard, alarms, and SNS notifications.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463040"/>
            <a:ext cx="47548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IaC highlights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VPC + public/private subnets</a:t>
            </a:r>
            <a:br/>
            <a:r>
              <a:t>• Route tables + IGW</a:t>
            </a:r>
            <a:br/>
            <a:r>
              <a:t>• Security groups (least privilege)</a:t>
            </a:r>
            <a:br/>
            <a:r>
              <a:t>• ECS cluster + task defs + services</a:t>
            </a:r>
            <a:br/>
            <a:r>
              <a:t>• ALB listener + target groups</a:t>
            </a:r>
            <a:br/>
            <a:r>
              <a:t>• IAM execution role + logs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840480"/>
            <a:ext cx="4754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Validation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CloudFormation: CREATE_COMPLETE</a:t>
            </a:r>
            <a:br/>
            <a:r>
              <a:t>• ECS tasks: 1/1 running</a:t>
            </a:r>
            <a:br/>
            <a:r>
              <a:t>• ALB reachable</a:t>
            </a:r>
            <a:br/>
            <a:r>
              <a:t>• Logs in CloudWatch</a:t>
            </a:r>
            <a:br/>
            <a:r>
              <a:t>• Alarm test via load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Cloud-Native DevOps &amp; Platform Engineering | Assessment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Infrastructure as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</a:rPr>
              <a:t>CloudFormation: repeatable infrastructure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Single declarative CloudFormation template defines networking, compute, IAM, and load balancing.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Template validation performed using AWS CLI (validate-template).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Parameters used for reusable deployments (AppName, CIDRs, container ports, image URIs).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CLI verification used to confirm stack resources and status.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Results: infrastructure deployed consistently without manual console configuration.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463040"/>
            <a:ext cx="47548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Why IaC?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Repeatability • Consistency • Auditability • Faster recovery • No configuration drift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383280"/>
            <a:ext cx="475488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Core resources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VPC, subnets, route tables, IGW, SGs, ECR repos, ECS cluster/services, task definitions, ALB, target groups, IAM role, CloudWatch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Cloud-Native DevOps &amp; Platform Engineering | Assessment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</a:rPr>
              <a:t>Continuous Integration pipeline (GitHub → AWS)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Source: GitHub repository via AWS CodeConnections (GitHub App).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Orchestration: CodePipeline triggers on push to main branch (webhook).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Build: CodeBuild runs buildspec.yml to build Docker images.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Publish: Images are tagged and pushed to Amazon ECR.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Outcome: Repeatable, automated build and image publishing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463040"/>
            <a:ext cx="4754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Pipeline flow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GitHub → CodePipeline → CodeBuild (Docker build) → ECR (push images) → (optional) ECS deploy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657600"/>
            <a:ext cx="4754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Security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Dedicated IAM role for CodeBuild with least-privilege permissions to ECR and CloudWatch 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Cloud-Native DevOps &amp; Platform Engineering | Assessment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</a:rPr>
              <a:t>Monitoring, alerting &amp; operational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CloudWatch dashboard provides real-time visibility (CPUUtilization, ALB 5XX).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Alarm configured on ECS service CPUUtilization with 1-minute evaluation period.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SNS topic used to deliver email notification on ALARM state transition.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Synthetic load (PowerShell requests) used to trigger threshold breach.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Evidence captured: OK → ALARM history, dashboard spike, and SNS email received.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463040"/>
            <a:ext cx="47548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Why it matters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Faster incident response • Early warning • Verifiable reliability controls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566160"/>
            <a:ext cx="47548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Next: enhance monitoring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Add latency (p95), 4xx/5xx, target health, log-based alarms, and structured log search.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Cloud-Native DevOps &amp; Platform Engineering | Assessment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</a:rPr>
              <a:t>Benefits realised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Portability: Docker images run consistently across environments.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t>Scalability: ECS Fargate enables service scaling without server management.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t>Security: SG isolation, IAM execution roles, and least-privilege access.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t>Reliability: ALB routing with health checks and managed infrastructure.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t>Automation: IaC + CI reduces manual errors and speeds repeat deployments.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t>Observability: Dashboards and alerts provide operational awareness.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463040"/>
            <a:ext cx="47548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Engineering value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Repeatable releases, faster troubleshooting, and stronger security posture.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566160"/>
            <a:ext cx="47548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Business value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Reduced operational overhead, improved uptime, and readiness for production growth.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Cloud-Native DevOps &amp; Platform Engineering | Assessment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</a:rPr>
              <a:t>Challenges faced &amp; how they were resolved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IAM permissions: CodeBuild initially lacked ECR auth permissions (ecr:GetAuthorizationToken).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Resolution: attached correct ECR policy to the CodeBuild role.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Docker Hub rate limiting (HTTP 429) impacted CI builds for base images.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Resolution: replaced base images with Amazon ECR Public equivalents.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Buildspec configuration error (inline vs buildspec.yml).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Resolution: configured CodeBuild to use repository buildspec 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463040"/>
            <a:ext cx="46634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What improved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Build reliability, clearer IAM least-privilege setup, and reproducible pipeline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566160"/>
            <a:ext cx="466344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Key takeaway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Treat CI as production: control dependencies, permissions, and observability.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Cloud-Native DevOps &amp; Platform Engineering | Assessment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</a:rPr>
              <a:t>Strategic roadmap: where to go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Add CD: automate ECS service updates via pipeline deploy stage.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Introduce blue/green deployment for safer releases (CodeDeploy/ALB).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Enable autoscaling on ECS services (CPU/Request-based).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Harden security: WAF on ALB, tighter SG egress, Secrets Manager for configs.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Add private networking: NAT gateway, VPC endpoints (ECR/S3/Logs) for reduced internet dependency.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Improve observability: distributed tracing, structured logs, SLOs and alert tuning.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Cost optimisation: rightsizing, savings plans, log retention policies.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463040"/>
            <a:ext cx="4754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Operational maturity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Move from “it works” → “it’s safe, scalable, and maintainable”.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840480"/>
            <a:ext cx="47548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DevOps maturity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CI → CI/CD, governance, and automated compliance checks.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Cloud-Native DevOps &amp; Platform Engineering | Assessment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Task 1 (Identity)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</a:rPr>
              <a:t>Identity modernisation (Task 1): diagrams</a:t>
            </a:r>
          </a:p>
        </p:txBody>
      </p:sp>
      <p:pic>
        <p:nvPicPr>
          <p:cNvPr id="5" name="Picture 4" descr="A_pair_of_digital_diagrams_outlines_AWS_identity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972800" cy="7315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Appendix: Task 1 Identity Migration Diagrams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Successfully delivered a cloud-native microservices deployment on AWS.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t>Used Docker + ECS Fargate + ALB for scalable runtime and routing.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t>Provisioned everything via CloudFormation (repeatable IaC).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t>Implemented automated CI build and image publishing to ECR.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t>Validated observability with dashboards, alarms, and SNS notifications.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t>Documented and resolved real CI issues (IAM + rate limiting).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463040"/>
            <a:ext cx="47548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Final message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The solution is secure, repeatable, and ready to evolve into full CI/CD and production hardening.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</a:defRPr>
            </a:pPr>
            <a:r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1290</Words>
  <Application>Microsoft Office PowerPoint</Application>
  <PresentationFormat>On-screen Show (4:3)</PresentationFormat>
  <Paragraphs>143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 Kaur</cp:lastModifiedBy>
  <cp:revision>2</cp:revision>
  <dcterms:created xsi:type="dcterms:W3CDTF">2013-01-27T09:14:16Z</dcterms:created>
  <dcterms:modified xsi:type="dcterms:W3CDTF">2026-02-23T06:30:24Z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2026-02-23T06:30:24Z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bd6a284f-70a4-428b-b3ce-28daf990c264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